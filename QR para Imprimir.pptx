
<file path=[Content_Types].xml><?xml version="1.0" encoding="utf-8"?>
<Types xmlns="http://schemas.openxmlformats.org/package/2006/content-types">
  <Default Extension="io" ContentType="image/png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9313863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714F5C-A1C8-4938-BCCB-A5930E02DF69}" v="18" dt="2026-08-03T16:39:29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ELIPE COLORADO GRANDA" userId="594b0a0c-bb11-4ec7-a278-31c399ec7873" providerId="ADAL" clId="{0CC2BD4E-D0D0-445C-8935-D3F9593140A0}"/>
    <pc:docChg chg="addSld delSld modSld">
      <pc:chgData name="ANDRES FELIPE COLORADO GRANDA" userId="594b0a0c-bb11-4ec7-a278-31c399ec7873" providerId="ADAL" clId="{0CC2BD4E-D0D0-445C-8935-D3F9593140A0}" dt="2026-08-03T16:39:11.773" v="14"/>
      <pc:docMkLst>
        <pc:docMk/>
      </pc:docMkLst>
      <pc:sldChg chg="add del">
        <pc:chgData name="ANDRES FELIPE COLORADO GRANDA" userId="594b0a0c-bb11-4ec7-a278-31c399ec7873" providerId="ADAL" clId="{0CC2BD4E-D0D0-445C-8935-D3F9593140A0}" dt="2026-08-03T16:39:07.307" v="10"/>
        <pc:sldMkLst>
          <pc:docMk/>
          <pc:sldMk cId="2572427361" sldId="256"/>
        </pc:sldMkLst>
      </pc:sldChg>
      <pc:sldChg chg="add">
        <pc:chgData name="ANDRES FELIPE COLORADO GRANDA" userId="594b0a0c-bb11-4ec7-a278-31c399ec7873" providerId="ADAL" clId="{0CC2BD4E-D0D0-445C-8935-D3F9593140A0}" dt="2026-08-03T16:29:58.206" v="0"/>
        <pc:sldMkLst>
          <pc:docMk/>
          <pc:sldMk cId="368944717" sldId="257"/>
        </pc:sldMkLst>
      </pc:sldChg>
      <pc:sldChg chg="add del">
        <pc:chgData name="ANDRES FELIPE COLORADO GRANDA" userId="594b0a0c-bb11-4ec7-a278-31c399ec7873" providerId="ADAL" clId="{0CC2BD4E-D0D0-445C-8935-D3F9593140A0}" dt="2026-08-03T16:39:07.307" v="10"/>
        <pc:sldMkLst>
          <pc:docMk/>
          <pc:sldMk cId="1606417557" sldId="257"/>
        </pc:sldMkLst>
      </pc:sldChg>
      <pc:sldChg chg="add">
        <pc:chgData name="ANDRES FELIPE COLORADO GRANDA" userId="594b0a0c-bb11-4ec7-a278-31c399ec7873" providerId="ADAL" clId="{0CC2BD4E-D0D0-445C-8935-D3F9593140A0}" dt="2026-08-03T16:29:58.909" v="1"/>
        <pc:sldMkLst>
          <pc:docMk/>
          <pc:sldMk cId="3956175004" sldId="258"/>
        </pc:sldMkLst>
      </pc:sldChg>
      <pc:sldChg chg="add del">
        <pc:chgData name="ANDRES FELIPE COLORADO GRANDA" userId="594b0a0c-bb11-4ec7-a278-31c399ec7873" providerId="ADAL" clId="{0CC2BD4E-D0D0-445C-8935-D3F9593140A0}" dt="2026-08-03T16:39:07.307" v="10"/>
        <pc:sldMkLst>
          <pc:docMk/>
          <pc:sldMk cId="4218389708" sldId="258"/>
        </pc:sldMkLst>
      </pc:sldChg>
      <pc:sldChg chg="modSp add">
        <pc:chgData name="ANDRES FELIPE COLORADO GRANDA" userId="594b0a0c-bb11-4ec7-a278-31c399ec7873" providerId="ADAL" clId="{0CC2BD4E-D0D0-445C-8935-D3F9593140A0}" dt="2026-08-03T16:37:50.658" v="8"/>
        <pc:sldMkLst>
          <pc:docMk/>
          <pc:sldMk cId="3499467961" sldId="259"/>
        </pc:sldMkLst>
        <pc:spChg chg="mod">
          <ac:chgData name="ANDRES FELIPE COLORADO GRANDA" userId="594b0a0c-bb11-4ec7-a278-31c399ec7873" providerId="ADAL" clId="{0CC2BD4E-D0D0-445C-8935-D3F9593140A0}" dt="2026-08-03T16:37:50.658" v="8"/>
          <ac:spMkLst>
            <pc:docMk/>
            <pc:sldMk cId="3499467961" sldId="259"/>
            <ac:spMk id="10" creationId="{15EB7953-FEF8-413E-9D53-0CEE8E9CB421}"/>
          </ac:spMkLst>
        </pc:spChg>
        <pc:grpChg chg="mod">
          <ac:chgData name="ANDRES FELIPE COLORADO GRANDA" userId="594b0a0c-bb11-4ec7-a278-31c399ec7873" providerId="ADAL" clId="{0CC2BD4E-D0D0-445C-8935-D3F9593140A0}" dt="2026-08-03T16:34:02.937" v="3"/>
          <ac:grpSpMkLst>
            <pc:docMk/>
            <pc:sldMk cId="3499467961" sldId="259"/>
            <ac:grpSpMk id="12" creationId="{06D33D07-D19D-CEF1-F87A-210B1D81D790}"/>
          </ac:grpSpMkLst>
        </pc:grpChg>
        <pc:picChg chg="mod">
          <ac:chgData name="ANDRES FELIPE COLORADO GRANDA" userId="594b0a0c-bb11-4ec7-a278-31c399ec7873" providerId="ADAL" clId="{0CC2BD4E-D0D0-445C-8935-D3F9593140A0}" dt="2026-08-03T16:34:02.937" v="3"/>
          <ac:picMkLst>
            <pc:docMk/>
            <pc:sldMk cId="3499467961" sldId="259"/>
            <ac:picMk id="9" creationId="{BB6BA4D9-1C3C-B198-0C0A-95CE6EA389C2}"/>
          </ac:picMkLst>
        </pc:picChg>
      </pc:sldChg>
      <pc:sldChg chg="add">
        <pc:chgData name="ANDRES FELIPE COLORADO GRANDA" userId="594b0a0c-bb11-4ec7-a278-31c399ec7873" providerId="ADAL" clId="{0CC2BD4E-D0D0-445C-8935-D3F9593140A0}" dt="2026-08-03T16:39:08.733" v="11"/>
        <pc:sldMkLst>
          <pc:docMk/>
          <pc:sldMk cId="2563319707" sldId="260"/>
        </pc:sldMkLst>
      </pc:sldChg>
      <pc:sldChg chg="add">
        <pc:chgData name="ANDRES FELIPE COLORADO GRANDA" userId="594b0a0c-bb11-4ec7-a278-31c399ec7873" providerId="ADAL" clId="{0CC2BD4E-D0D0-445C-8935-D3F9593140A0}" dt="2026-08-03T16:39:09.997" v="12"/>
        <pc:sldMkLst>
          <pc:docMk/>
          <pc:sldMk cId="1144866091" sldId="261"/>
        </pc:sldMkLst>
      </pc:sldChg>
      <pc:sldChg chg="add">
        <pc:chgData name="ANDRES FELIPE COLORADO GRANDA" userId="594b0a0c-bb11-4ec7-a278-31c399ec7873" providerId="ADAL" clId="{0CC2BD4E-D0D0-445C-8935-D3F9593140A0}" dt="2026-08-03T16:39:11.245" v="13"/>
        <pc:sldMkLst>
          <pc:docMk/>
          <pc:sldMk cId="2078616163" sldId="262"/>
        </pc:sldMkLst>
      </pc:sldChg>
      <pc:sldChg chg="add">
        <pc:chgData name="ANDRES FELIPE COLORADO GRANDA" userId="594b0a0c-bb11-4ec7-a278-31c399ec7873" providerId="ADAL" clId="{0CC2BD4E-D0D0-445C-8935-D3F9593140A0}" dt="2026-08-03T16:39:11.773" v="14"/>
        <pc:sldMkLst>
          <pc:docMk/>
          <pc:sldMk cId="4288239443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E7410-D63C-3CE6-7B48-532E336C9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4E6BE6-907B-F4A2-70F4-14D0DF8D6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231442-891A-3BE1-889D-E5958F97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7078-4A02-3A38-3C29-A322D875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09F007-5275-AA45-4E6E-76AEBB3B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706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90561-B42E-0A32-26FA-1DC70818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7C65F0-B1DF-9232-0DFB-B25E7ED48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DE3763-EA39-FBBE-1F4C-E6F3F0B5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33667B-0BC0-8BDD-4F14-FFFD4D95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34EAF-37F0-CEC1-ED64-72590B22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178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9AA9B-1CC0-22B0-E614-89496BDC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93EB5-705F-9EA4-6078-4D04F240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A8B48D-BFAB-EE75-C976-C0FAED84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C02D8C-6531-23C3-8FC4-776C0A1C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349658-FEF6-D11B-BF86-C002FE5F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947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9B281-F77A-13DC-97ED-0E9D6D61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56B607-7BA7-C2ED-0DC3-20C0EAE13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0F75B5-1C67-B70D-A878-11985A8FE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129D3D-121B-F045-B5A5-52D7C12E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31F7C9-484D-38A4-B110-2733721F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F89719-5AE8-3EDE-E179-97FD2352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426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0BCAB-F969-3C7E-C5B4-432BCE9F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C95682-1188-036A-E75A-FC2F4F4B8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A18C39-E0DF-1BCD-80B8-17089CF56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54E6F0-4636-8BDF-D095-DD2640199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23148D-6531-D22F-52C6-CD99C2213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D5FF8D-7AFB-087A-3EF6-CCC091FE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872A17-50F7-F754-4115-A52F0BCBE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699003F-9208-8474-CFE8-7825F1F1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532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618FE-9CC8-3729-488A-3CA12BCA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B99F493-3C28-B837-FEC2-3466DB20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E836CF-D6F6-894A-B356-BAEBFA2A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51FABA-B1C8-6812-3391-52852B84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950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648408B-BE3F-C594-A1A7-3BD8B303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FABC11-0D9A-3F69-F91B-720D04FD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3C6D67-AB6F-6C02-27A5-219C3743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919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18B78-9A61-D5E7-1F98-E0282173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23148B-A8BC-26DD-ED27-EB153034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C70DD7-A64E-DE6B-48DC-CEFC66843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1355E9-D46E-F11D-C95A-3FF95706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F0D488-E274-3668-D3D0-BC805C2F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333F6F-F646-150A-D496-F883E54E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608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4B034-6B27-8917-B011-589DBB8C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FB377F-3EFF-1195-1861-BCA1FC616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497914-860D-6558-193F-D164D7A6B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F2E7E1-ED29-3720-FAF2-8BD012EA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9A6756-1359-41BD-4B27-7C5802F8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2887F4-5F0B-4185-CF65-08948C13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061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353F3-EF29-6EDA-6562-20FB9DD8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1863B4-15F8-2F44-80FB-8A5EAA800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14B636-BDD0-8D18-6079-21AE3F70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99E111-FD40-DB43-2951-C7DE696F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6EBB34-EB5F-69D4-9015-5A799E14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234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6E7FEE-4FA7-A8C8-EFDB-786C98963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1072B2-F316-6552-535C-1251ADDFD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3E9A55-78D0-29DE-BF5C-621FAD54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13196-0F37-A6AF-CBD1-D50FA233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496C9-8C92-7817-3823-8A426D85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666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9DA76A-9EC5-AF72-B096-E71243B2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65B2F3-AEDF-7968-FF34-AAD526D31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738287-B24B-DA74-8FD6-FFC8C7B13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09391-2448-4094-B30F-84B6068F72E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89C632-D590-B557-DD91-2ABCA181C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FCE5B2-368E-CC05-B71E-8AD753D1D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EB2A1-C8E3-4413-A1A4-E3A47CE14A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08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io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elipecolorado.github.io/ciencias-termica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io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elipecolorado.github.io/ciencias-termica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io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elipecolorado.github.io/ciencias-termica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io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elipecolorado.github.io/ciencias-termica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6D67-803D-EFF7-FF6D-145AFD88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review of your QR Code">
            <a:extLst>
              <a:ext uri="{FF2B5EF4-FFF2-40B4-BE49-F238E27FC236}">
                <a16:creationId xmlns:a16="http://schemas.microsoft.com/office/drawing/2014/main" id="{D58B1513-E9AE-EDCE-78D4-B1A33204A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08" y="578966"/>
            <a:ext cx="2951783" cy="29517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06D33D07-D19D-CEF1-F87A-210B1D81D790}"/>
              </a:ext>
            </a:extLst>
          </p:cNvPr>
          <p:cNvGrpSpPr/>
          <p:nvPr/>
        </p:nvGrpSpPr>
        <p:grpSpPr>
          <a:xfrm>
            <a:off x="1591169" y="3693096"/>
            <a:ext cx="8885519" cy="3181090"/>
            <a:chOff x="725409" y="3505636"/>
            <a:chExt cx="8530692" cy="3181090"/>
          </a:xfrm>
        </p:grpSpPr>
        <p:pic>
          <p:nvPicPr>
            <p:cNvPr id="9" name="Gráfico 8" descr="Fire contorno">
              <a:extLst>
                <a:ext uri="{FF2B5EF4-FFF2-40B4-BE49-F238E27FC236}">
                  <a16:creationId xmlns:a16="http://schemas.microsoft.com/office/drawing/2014/main" id="{BB6BA4D9-1C3C-B198-0C0A-95CE6EA389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5409" y="3505636"/>
              <a:ext cx="914400" cy="914400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5EB7953-FEF8-413E-9D53-0CEE8E9CB421}"/>
                </a:ext>
              </a:extLst>
            </p:cNvPr>
            <p:cNvSpPr/>
            <p:nvPr/>
          </p:nvSpPr>
          <p:spPr>
            <a:xfrm>
              <a:off x="1182609" y="3578183"/>
              <a:ext cx="8073492" cy="3108543"/>
            </a:xfrm>
            <a:prstGeom prst="rect">
              <a:avLst/>
            </a:prstGeom>
            <a:noFill/>
            <a:ln w="34925">
              <a:solidFill>
                <a:schemeClr val="bg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Laboratorios virtuales de Ciencias Térmicas</a:t>
              </a:r>
            </a:p>
            <a:p>
              <a:pPr algn="ctr"/>
              <a:r>
                <a:rPr lang="es-MX" sz="24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Entiende los principios de Termodinámica, Transferencia de calor y mecánica de fluidos de manera interactiva.</a:t>
              </a:r>
              <a:r>
                <a:rPr lang="es-MX" sz="40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 </a:t>
              </a:r>
            </a:p>
            <a:p>
              <a:pPr algn="ctr"/>
              <a:r>
                <a:rPr lang="es-MX" sz="1600" b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Desarrollado con propósitos didácticos por Andrés Colorado Prof. Ing. Mecánica.</a:t>
              </a:r>
            </a:p>
            <a:p>
              <a:pPr algn="ctr"/>
              <a:r>
                <a:rPr lang="es-MX" sz="20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0070C0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https://felipecolorado.github.io/ciencias-termicas/</a:t>
              </a:r>
              <a:endParaRPr lang="es-MX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946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BFB2-D20A-001A-8807-8F0C7175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review of your QR Code">
            <a:extLst>
              <a:ext uri="{FF2B5EF4-FFF2-40B4-BE49-F238E27FC236}">
                <a16:creationId xmlns:a16="http://schemas.microsoft.com/office/drawing/2014/main" id="{F0977C44-0934-CE26-B79E-951CD442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08" y="578966"/>
            <a:ext cx="2951783" cy="29517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F21E5856-DF37-306B-D913-CB338862BCA2}"/>
              </a:ext>
            </a:extLst>
          </p:cNvPr>
          <p:cNvGrpSpPr/>
          <p:nvPr/>
        </p:nvGrpSpPr>
        <p:grpSpPr>
          <a:xfrm>
            <a:off x="1591169" y="3693096"/>
            <a:ext cx="8885519" cy="3181090"/>
            <a:chOff x="725409" y="3505636"/>
            <a:chExt cx="8530692" cy="3181090"/>
          </a:xfrm>
        </p:grpSpPr>
        <p:pic>
          <p:nvPicPr>
            <p:cNvPr id="9" name="Gráfico 8" descr="Fire contorno">
              <a:extLst>
                <a:ext uri="{FF2B5EF4-FFF2-40B4-BE49-F238E27FC236}">
                  <a16:creationId xmlns:a16="http://schemas.microsoft.com/office/drawing/2014/main" id="{628B91D6-22D0-6C83-0E1F-EC40AB1156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5409" y="3505636"/>
              <a:ext cx="914400" cy="914400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693B5E6-74F4-B85F-9E1E-219F8899FA5E}"/>
                </a:ext>
              </a:extLst>
            </p:cNvPr>
            <p:cNvSpPr/>
            <p:nvPr/>
          </p:nvSpPr>
          <p:spPr>
            <a:xfrm>
              <a:off x="1182609" y="3578183"/>
              <a:ext cx="8073492" cy="3108543"/>
            </a:xfrm>
            <a:prstGeom prst="rect">
              <a:avLst/>
            </a:prstGeom>
            <a:noFill/>
            <a:ln w="34925">
              <a:solidFill>
                <a:schemeClr val="bg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Laboratorios virtuales de Ciencias Térmicas</a:t>
              </a:r>
            </a:p>
            <a:p>
              <a:pPr algn="ctr"/>
              <a:r>
                <a:rPr lang="es-MX" sz="24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Entiende los principios de Termodinámica, Transferencia de calor y mecánica de fluidos de manera interactiva.</a:t>
              </a:r>
              <a:r>
                <a:rPr lang="es-MX" sz="40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 </a:t>
              </a:r>
            </a:p>
            <a:p>
              <a:pPr algn="ctr"/>
              <a:r>
                <a:rPr lang="es-MX" sz="1600" b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Desarrollado con propósitos didácticos por Andrés Colorado Prof. Ing. Mecánica.</a:t>
              </a:r>
            </a:p>
            <a:p>
              <a:pPr algn="ctr"/>
              <a:r>
                <a:rPr lang="es-MX" sz="20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0070C0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https://felipecolorado.github.io/ciencias-termicas/</a:t>
              </a:r>
              <a:endParaRPr lang="es-MX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31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9BEB-F207-3AD5-DD5B-AC3C4FFC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review of your QR Code">
            <a:extLst>
              <a:ext uri="{FF2B5EF4-FFF2-40B4-BE49-F238E27FC236}">
                <a16:creationId xmlns:a16="http://schemas.microsoft.com/office/drawing/2014/main" id="{1CC7A4CF-7886-0C3B-4A00-D387BED4D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08" y="578966"/>
            <a:ext cx="2951783" cy="29517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6A8F2295-6768-6AEC-388D-C7D33BAD23A7}"/>
              </a:ext>
            </a:extLst>
          </p:cNvPr>
          <p:cNvGrpSpPr/>
          <p:nvPr/>
        </p:nvGrpSpPr>
        <p:grpSpPr>
          <a:xfrm>
            <a:off x="1591169" y="3693096"/>
            <a:ext cx="8885519" cy="3181090"/>
            <a:chOff x="725409" y="3505636"/>
            <a:chExt cx="8530692" cy="3181090"/>
          </a:xfrm>
        </p:grpSpPr>
        <p:pic>
          <p:nvPicPr>
            <p:cNvPr id="9" name="Gráfico 8" descr="Fire contorno">
              <a:extLst>
                <a:ext uri="{FF2B5EF4-FFF2-40B4-BE49-F238E27FC236}">
                  <a16:creationId xmlns:a16="http://schemas.microsoft.com/office/drawing/2014/main" id="{38C15DFD-740B-4002-2D47-5C3936AE70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5409" y="3505636"/>
              <a:ext cx="914400" cy="914400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5B844F63-D8EB-FD46-0E04-D74FA09BFE8C}"/>
                </a:ext>
              </a:extLst>
            </p:cNvPr>
            <p:cNvSpPr/>
            <p:nvPr/>
          </p:nvSpPr>
          <p:spPr>
            <a:xfrm>
              <a:off x="1182609" y="3578183"/>
              <a:ext cx="8073492" cy="3108543"/>
            </a:xfrm>
            <a:prstGeom prst="rect">
              <a:avLst/>
            </a:prstGeom>
            <a:noFill/>
            <a:ln w="34925">
              <a:solidFill>
                <a:schemeClr val="bg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Laboratorios virtuales de Ciencias Térmicas</a:t>
              </a:r>
            </a:p>
            <a:p>
              <a:pPr algn="ctr"/>
              <a:r>
                <a:rPr lang="es-MX" sz="24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Entiende los principios de Termodinámica, Transferencia de calor y mecánica de fluidos de manera interactiva.</a:t>
              </a:r>
              <a:r>
                <a:rPr lang="es-MX" sz="40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 </a:t>
              </a:r>
            </a:p>
            <a:p>
              <a:pPr algn="ctr"/>
              <a:r>
                <a:rPr lang="es-MX" sz="1600" b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Desarrollado con propósitos didácticos por Andrés Colorado Prof. Ing. Mecánica.</a:t>
              </a:r>
            </a:p>
            <a:p>
              <a:pPr algn="ctr"/>
              <a:r>
                <a:rPr lang="es-MX" sz="20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0070C0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https://felipecolorado.github.io/ciencias-termicas/</a:t>
              </a:r>
              <a:endParaRPr lang="es-MX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486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215D-CC99-D6AC-8D84-33806A63C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review of your QR Code">
            <a:extLst>
              <a:ext uri="{FF2B5EF4-FFF2-40B4-BE49-F238E27FC236}">
                <a16:creationId xmlns:a16="http://schemas.microsoft.com/office/drawing/2014/main" id="{0A4EBD2A-A09F-32E9-1311-FECEC926D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08" y="578966"/>
            <a:ext cx="2951783" cy="29517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5ED26395-5F50-CAC1-6E4A-395C2E7CC2CE}"/>
              </a:ext>
            </a:extLst>
          </p:cNvPr>
          <p:cNvGrpSpPr/>
          <p:nvPr/>
        </p:nvGrpSpPr>
        <p:grpSpPr>
          <a:xfrm>
            <a:off x="1591169" y="3693096"/>
            <a:ext cx="8885519" cy="3181090"/>
            <a:chOff x="725409" y="3505636"/>
            <a:chExt cx="8530692" cy="3181090"/>
          </a:xfrm>
        </p:grpSpPr>
        <p:pic>
          <p:nvPicPr>
            <p:cNvPr id="9" name="Gráfico 8" descr="Fire contorno">
              <a:extLst>
                <a:ext uri="{FF2B5EF4-FFF2-40B4-BE49-F238E27FC236}">
                  <a16:creationId xmlns:a16="http://schemas.microsoft.com/office/drawing/2014/main" id="{04E676EF-7782-0DE0-EAE6-4A18422B13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5409" y="3505636"/>
              <a:ext cx="914400" cy="914400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16D20EB-3C1E-EAE4-9C67-43F405A92F06}"/>
                </a:ext>
              </a:extLst>
            </p:cNvPr>
            <p:cNvSpPr/>
            <p:nvPr/>
          </p:nvSpPr>
          <p:spPr>
            <a:xfrm>
              <a:off x="1182609" y="3578183"/>
              <a:ext cx="8073492" cy="3108543"/>
            </a:xfrm>
            <a:prstGeom prst="rect">
              <a:avLst/>
            </a:prstGeom>
            <a:noFill/>
            <a:ln w="34925">
              <a:solidFill>
                <a:schemeClr val="bg1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s-MX" sz="4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Laboratorios virtuales de Ciencias Térmicas</a:t>
              </a:r>
            </a:p>
            <a:p>
              <a:pPr algn="ctr"/>
              <a:r>
                <a:rPr lang="es-MX" sz="24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Entiende los principios de Termodinámica, Transferencia de calor y mecánica de fluidos de manera interactiva.</a:t>
              </a:r>
              <a:r>
                <a:rPr lang="es-MX" sz="4000" b="1" i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 </a:t>
              </a:r>
            </a:p>
            <a:p>
              <a:pPr algn="ctr"/>
              <a:r>
                <a:rPr lang="es-MX" sz="1600" b="1" dirty="0">
                  <a:ln w="9525">
                    <a:solidFill>
                      <a:schemeClr val="bg1"/>
                    </a:solidFill>
                    <a:prstDash val="solid"/>
                  </a:ln>
                  <a:latin typeface="Arial Narrow" panose="020B0606020202030204" pitchFamily="34" charset="0"/>
                </a:rPr>
                <a:t>Desarrollado con propósitos didácticos por Andrés Colorado Prof. Ing. Mecánica.</a:t>
              </a:r>
            </a:p>
            <a:p>
              <a:pPr algn="ctr"/>
              <a:r>
                <a:rPr lang="es-MX" sz="20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rgbClr val="0070C0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https://felipecolorado.github.io/ciencias-termicas/</a:t>
              </a:r>
              <a:endParaRPr lang="es-MX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616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180</Words>
  <Application>Microsoft Office PowerPoint</Application>
  <PresentationFormat>Panorámica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Narrow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FELIPE COLORADO GRANDA</dc:creator>
  <cp:lastModifiedBy>ANDRES FELIPE COLORADO GRANDA</cp:lastModifiedBy>
  <cp:revision>1</cp:revision>
  <cp:lastPrinted>2026-08-03T16:32:24Z</cp:lastPrinted>
  <dcterms:created xsi:type="dcterms:W3CDTF">2026-08-03T16:22:18Z</dcterms:created>
  <dcterms:modified xsi:type="dcterms:W3CDTF">2026-08-03T16:39:38Z</dcterms:modified>
</cp:coreProperties>
</file>